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29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455576" y="1240972"/>
            <a:ext cx="9837264" cy="2071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Digital</a:t>
            </a:r>
            <a:endParaRPr lang="en-US" sz="3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&amp; Grant Administration Platform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455576" y="2645229"/>
            <a:ext cx="9967893" cy="783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|  Batch-2  |  Infosys Springboard Virtual Internship 7.0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55576" y="3545633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by:- Raushan Kumar</a:t>
            </a:r>
            <a:b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Modernizes public grant administration through a unified digital workflow.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1900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Visibility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visibility into scheme allocations, approvals and disbursements.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Integrity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fragmentation of records across administrative tiers.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1900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milestones and verification before public funds are released.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in conventional grant administration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109441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eligibility evaluation standards across administrative blocks</a:t>
            </a:r>
            <a:endParaRPr lang="en-US" sz="1700" dirty="0"/>
          </a:p>
          <a:p>
            <a:pPr marL="228600" indent="-228600" algn="l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ground-inspection records causing severe evaluation delays</a:t>
            </a:r>
            <a:endParaRPr lang="en-US" sz="1700" dirty="0"/>
          </a:p>
          <a:p>
            <a:pPr marL="228600" indent="-228600" algn="l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leakage due to limited visibility into post-allocation milestones</a:t>
            </a:r>
            <a:endParaRPr lang="en-US" sz="1700" dirty="0"/>
          </a:p>
          <a:p>
            <a:pPr marL="228600" indent="-228600" algn="l">
              <a:lnSpc>
                <a:spcPct val="120000"/>
              </a:lnSpc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Protracted bureaucratic queues delaying funds to genuine beneficiaries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Automated Scoring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score is computed instantly after application submission.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1900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Multi-Tier Approval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 → District Review → Finance creates controlled approvals.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Staged Disbursement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are released only against verified progress milestones.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1900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Central Audit Trail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actions and ledger changes are captured for accountability.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/ 21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Web Services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55868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1900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authentication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5868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1900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Tools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</a:t>
            </a:r>
            <a:endParaRPr lang="en-US" sz="135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984797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554480"/>
            <a:ext cx="183849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26045" y="1554480"/>
            <a:ext cx="1984797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99197" y="1554480"/>
            <a:ext cx="183849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03449" y="1554480"/>
            <a:ext cx="1984797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6601" y="1554480"/>
            <a:ext cx="183849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DTOs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0854" y="1554480"/>
            <a:ext cx="1984797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4006" y="1554480"/>
            <a:ext cx="183849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/ Rules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58259" y="1554480"/>
            <a:ext cx="1984797" cy="13716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1411" y="1554480"/>
            <a:ext cx="183849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→ Hibernate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HikariCP → MySQL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33437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10841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88246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365651" y="20574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JSON communication between every layer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services: Eligibility Scoring, Workflow Engine, Disbursement Service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&amp; Scheme Master Data Management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1900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Eligibility Scoring &amp; Verification Workflow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Disbursement &amp; Milestone Ledger Tracking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1900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Trail &amp; Regional Compliance Monitoring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1732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40381" y="141732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3533" y="141732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2122" y="141732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5274" y="141732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EVALUATED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3864" y="141732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7016" y="141732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VERIFICATION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5605" y="141732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8757" y="141732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07346" y="141732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80498" y="141732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APPROVAL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184349" y="16687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76090" y="16687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67832" y="16687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59573" y="16687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51314" y="16687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06324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PLANNED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440381" y="306324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13533" y="306324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PENDING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2122" y="306324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5274" y="306324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23864" y="306324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97016" y="306324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PENDING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15605" y="306324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88757" y="306324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DISBURSED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007346" y="3063240"/>
            <a:ext cx="1635709" cy="868680"/>
          </a:xfrm>
          <a:prstGeom prst="roundRect">
            <a:avLst>
              <a:gd name="adj" fmla="val 736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80498" y="3063240"/>
            <a:ext cx="14894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184349" y="3314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076090" y="3314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967832" y="3314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859573" y="3314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751314" y="33147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Relational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87188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5331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792224"/>
            <a:ext cx="48751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username, password, role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188720"/>
            <a:ext cx="5387188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1900" y="135331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1900" y="1792224"/>
            <a:ext cx="48751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scheme_id, scheme_name, total_budget, regional_slabs, criteria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679192"/>
            <a:ext cx="5387188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843784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282696"/>
            <a:ext cx="48751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app_id, user_id (FK), scheme_id (FK), status, score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2679192"/>
            <a:ext cx="5387188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1900" y="2843784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1900" y="3282696"/>
            <a:ext cx="48751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milestone_id, app_id (FK), tranche_no, amount, status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334256"/>
            <a:ext cx="10582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773168"/>
            <a:ext cx="105823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log_id, app_id (FK), officer_id, action, timestamp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&amp; RBAC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926275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63040"/>
            <a:ext cx="17799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40675" y="1463040"/>
            <a:ext cx="1926275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3827" y="1463040"/>
            <a:ext cx="17799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32710" y="1463040"/>
            <a:ext cx="1926275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05862" y="1463040"/>
            <a:ext cx="17799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Authorization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24745" y="1463040"/>
            <a:ext cx="1926275" cy="1051560"/>
          </a:xfrm>
          <a:prstGeom prst="roundRect">
            <a:avLst>
              <a:gd name="adj" fmla="val 608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7897" y="1463040"/>
            <a:ext cx="17799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role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16780" y="1463040"/>
            <a:ext cx="1926275" cy="1051560"/>
          </a:xfrm>
          <a:prstGeom prst="roundRect">
            <a:avLst>
              <a:gd name="adj" fmla="val 608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9932" y="1463040"/>
            <a:ext cx="177997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74915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6695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58985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351020" y="1805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6324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 submit applications and proofs; Officers verify and score.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disbursement APIs are restricted to Finance Admin.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Disbursement &amp; Milestone Ledger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Proof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68698" y="146304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1463040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Proof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188757" y="146304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0197" y="1463040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Utilization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00293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22997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 uploads verifiable field-progress photos.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credit is initiated only after milestone sign-off.</a:t>
            </a:r>
            <a:endParaRPr lang="en-US" sz="15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disbursements are halted when utilization evidence is missing.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JPA entities and repository interfaces.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1900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endpoints for account setups and disbursement calls.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Optimization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HikariCP connection pooling in application properties.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1900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API testing using Postman collections.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&amp; Resolutions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87188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48385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crash with OutOfMemoryError and LSP failure.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48385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application builds directly using command-line Maven Wrapper.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55868" y="1371600"/>
            <a:ext cx="5387188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0188" y="16002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02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2148840"/>
            <a:ext cx="48385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and ledger inconsistency during concurrent updates.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0188" y="3337560"/>
            <a:ext cx="48385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transactional boundaries using Spring @Transactional.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73952"/>
            <a:ext cx="11094415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52881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Subsidy &amp; Grant Administration Platform | Group 1 | Batch-2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Leakage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Direct-to-beneficiary tracking reduces intermediate losses.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55868" y="1234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1900" y="1399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Speed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11900" y="1837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accelerates application throughput.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logs support regulatory compliance.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5868" y="3520440"/>
            <a:ext cx="5387188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11900" y="3685032"/>
            <a:ext cx="4875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11900" y="4123944"/>
            <a:ext cx="487512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production-ready enterprise Spring Boot backend.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685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6916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and implemented a full-stack digital grant administration system end to end.</a:t>
            </a:r>
            <a:endParaRPr lang="en-US" sz="16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eligibility scoring, multi-tier approvals and staged disbursements cut manual delays and financial leakage.</a:t>
            </a:r>
            <a:endParaRPr lang="en-US" sz="16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Spring Boot architecture with JWT security and RBAC delivers a scalable, audit-ready backend.</a:t>
            </a:r>
            <a:endParaRPr lang="en-US" sz="1650" dirty="0"/>
          </a:p>
          <a:p>
            <a:pPr marL="228600" indent="-228600" algn="l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robust, production-ready platform ready for pilot deployment and future enhancement.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10424160" cy="9144"/>
          </a:xfrm>
          <a:prstGeom prst="rect">
            <a:avLst/>
          </a:prstGeom>
          <a:solidFill>
            <a:srgbClr val="2B4C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5349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8"/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|  Batch-2  |  Digital Subsidy &amp; Grant Administration 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884</Words>
  <Application>Microsoft Office PowerPoint</Application>
  <PresentationFormat>Widescreen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Raushan Kumar</cp:lastModifiedBy>
  <cp:revision>2</cp:revision>
  <dcterms:created xsi:type="dcterms:W3CDTF">2026-09-13T12:33:43Z</dcterms:created>
  <dcterms:modified xsi:type="dcterms:W3CDTF">2026-09-13T12:38:44Z</dcterms:modified>
</cp:coreProperties>
</file>